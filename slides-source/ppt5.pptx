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4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4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484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F2A65A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2743200" cy="27432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·  FUNDAMENTALS OF AI WITH PROMPT ENGINEERING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prompts influence AI behavior, and why is prompt engineering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effective human–AI interaction?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5303520"/>
            <a:ext cx="50292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3 Hour Session   ·   CLO1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Bridge Between Understanding and Using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EAF4F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AI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students WHAT AI is — its foundations, branches, machine learning, and natural language processing.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5–11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2331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AI Effectively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29400" y="29260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students HOW to communicate with AI — starting today, with the concept of prompt engineering.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80060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EAF4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956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23036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basic concepts, scope, and evolution of Artificial Intelligence.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89320" y="4956048"/>
            <a:ext cx="18288" cy="1005840"/>
          </a:xfrm>
          <a:prstGeom prst="rect">
            <a:avLst/>
          </a:prstGeom>
          <a:solidFill>
            <a:srgbClr val="EA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4956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GOAL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523036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prompts influence AI behavior, and why does that matter for human–AI interaction?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|  Week 5 – Introduction to Prompt Engineering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Today, Students Will Be Able 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prompt engineering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5603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prompts affect AI-generated responses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3375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characteristics of an effective prompt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1148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weak and well-structured prompts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basic prompt-writing skills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|  Week 5 – Introduction to Prompt Engineering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10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Review: Week 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Natural Language Processing?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context important in language understanding?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three examples of NLP applications.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ChatGPT understand human language?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11247120" cy="1600200"/>
          </a:xfrm>
          <a:prstGeom prst="roundRect">
            <a:avLst>
              <a:gd name="adj" fmla="val 6857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937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“Last week we learned that AI understands language. Today we'll learn something equally important — how we should communicate with AI.”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|  Week 5 – Introduction to Prompt Engineering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10 MINUTES  ·  ICEBREAKER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“Draw Something.”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3063240"/>
          </a:xfrm>
          <a:prstGeom prst="roundRect">
            <a:avLst>
              <a:gd name="adj" fmla="val 3582"/>
            </a:avLst>
          </a:prstGeom>
          <a:solidFill>
            <a:srgbClr val="FBEAEA"/>
          </a:solidFill>
          <a:ln w="12700">
            <a:solidFill>
              <a:srgbClr val="C054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INSTRUCTION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“Draw something.”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imagines something different — a house, an animal, a stick figure. Why? The instruction gave no shared detail to anchor 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94960" cy="3063240"/>
          </a:xfrm>
          <a:prstGeom prst="roundRect">
            <a:avLst>
              <a:gd name="adj" fmla="val 3582"/>
            </a:avLst>
          </a:prstGeom>
          <a:solidFill>
            <a:srgbClr val="E7F2ED"/>
          </a:solidFill>
          <a:ln w="12700">
            <a:solidFill>
              <a:srgbClr val="2C8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INSTRUCTION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2402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“Draw a blue sports car parked beside a beach during sunset.”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3337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now imagine nearly the same image. Clear, specific instructions produce consistent, useful output — from people and from AI.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Transition:  </a:t>
            </a:r>
            <a:r>
              <a:rPr lang="en-US" sz="1600" i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works the same way. The quality of its output depends heavily on the instructions we provide.”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|  Week 5 – Introduction to Prompt Engineering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25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Prompt Engineering?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766560" cy="2286000"/>
          </a:xfrm>
          <a:prstGeom prst="roundRect">
            <a:avLst>
              <a:gd name="adj" fmla="val 48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6126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 of designing clear and effective instructions that help AI generate useful, accurate, and relevant responses.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452360" y="1691640"/>
            <a:ext cx="4251960" cy="2286000"/>
          </a:xfrm>
          <a:prstGeom prst="roundRect">
            <a:avLst>
              <a:gd name="adj" fmla="val 4800"/>
            </a:avLst>
          </a:prstGeom>
          <a:solidFill>
            <a:srgbClr val="EAF4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EMPHASIS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22860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programming.
</a:t>
            </a:r>
            <a:r>
              <a:rPr lang="en-US" sz="14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learning how to communicate effectively with AI.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allows AI to learn.  Natural Language Processing allows AI to understand language.  Prompt Engineering helps humans communicate effectively with AI.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|  Week 5 – Introduction to Prompt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BUILDING THE PROGRESSION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Learning to Understanding to Communicating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200400" cy="2926080"/>
          </a:xfrm>
          <a:prstGeom prst="roundRect">
            <a:avLst>
              <a:gd name="adj" fmla="val 4375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4160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from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86200" y="33375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3200400" cy="2926080"/>
          </a:xfrm>
          <a:prstGeom prst="roundRect">
            <a:avLst>
              <a:gd name="adj" fmla="val 4375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926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</a:t>
            </a:r>
            <a:endParaRPr lang="en-US" sz="2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937760" y="4160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 language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0" y="33375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641080" y="2194560"/>
            <a:ext cx="3200400" cy="2926080"/>
          </a:xfrm>
          <a:prstGeom prst="roundRect">
            <a:avLst>
              <a:gd name="adj" fmla="val 4375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915400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9260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915400" y="4160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communicate with 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|  Week 5 – Introduction to Prompt Engineering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35 MINUTES  ·  WHY PROMPTS MATTER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Demonstration: Explaining Climate Change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94960" cy="2468880"/>
          </a:xfrm>
          <a:prstGeom prst="roundRect">
            <a:avLst>
              <a:gd name="adj" fmla="val 4444"/>
            </a:avLst>
          </a:prstGeom>
          <a:solidFill>
            <a:srgbClr val="FBEAEA"/>
          </a:solidFill>
          <a:ln w="12700">
            <a:solidFill>
              <a:srgbClr val="C054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PROMPT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“Tell me about climate change.”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and generic — the response could go in any direction, at any reading level.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94960" cy="2468880"/>
          </a:xfrm>
          <a:prstGeom prst="roundRect">
            <a:avLst>
              <a:gd name="adj" fmla="val 4444"/>
            </a:avLst>
          </a:prstGeom>
          <a:solidFill>
            <a:srgbClr val="E7F2ED"/>
          </a:solidFill>
          <a:ln w="12700">
            <a:solidFill>
              <a:srgbClr val="2C8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PROMPT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“Explain climate change to a Grade 6 student using simple language and provide three real-life examples.”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11247120" cy="1600200"/>
          </a:xfrm>
          <a:prstGeom prst="roundRect">
            <a:avLst>
              <a:gd name="adj" fmla="val 6857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prompts usually lead to better outputs.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|  Week 5 – Introduction to Prompt Engineering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·  40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Characteristics of a Good Prompt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EAF4F8"/>
          </a:solidFill>
          <a:ln/>
        </p:spPr>
      </p:sp>
      <p:sp>
        <p:nvSpPr>
          <p:cNvPr id="6" name="Shape 4"/>
          <p:cNvSpPr/>
          <p:nvPr/>
        </p:nvSpPr>
        <p:spPr>
          <a:xfrm>
            <a:off x="1257300" y="2057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1792" y="347472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exactly what you want, without ambiguity.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178308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EA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354330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433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8036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07792" y="347472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the scope — length, topic, focus.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78308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EA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829300" y="2057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8293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16636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193792" y="347472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AI the background it needs.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178308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EA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5300" y="2057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1153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5236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Desired Output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79792" y="347472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format: table, list, essay...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0" y="178308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EA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01300" y="2057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104013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3836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765792" y="3474720"/>
            <a:ext cx="1773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who the response is written for.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|  Week 5 – Introduction to Prompt Engineering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·  WEAK → STRONG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Rewriting Weak Prompts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46120" y="16002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80960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984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6120" y="196596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BEAEA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965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computers.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69480" y="19659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80960" y="196596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E7F2ED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19659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basic components of a computer to a first-year IT student.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43000" y="2715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46120" y="269748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BEAEA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2697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essay.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26974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80960" y="269748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E7F2ED"/>
          </a:solidFill>
          <a:ln/>
        </p:spPr>
      </p:sp>
      <p:sp>
        <p:nvSpPr>
          <p:cNvPr id="22" name="Text 20"/>
          <p:cNvSpPr/>
          <p:nvPr/>
        </p:nvSpPr>
        <p:spPr>
          <a:xfrm>
            <a:off x="7818120" y="26974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300-word essay on cybersecurity for college students.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43000" y="34472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46120" y="342900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BEAEA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429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presentation.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69480" y="34290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680960" y="342900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E7F2ED"/>
          </a:solidFill>
          <a:ln/>
        </p:spPr>
      </p:sp>
      <p:sp>
        <p:nvSpPr>
          <p:cNvPr id="30" name="Text 28"/>
          <p:cNvSpPr/>
          <p:nvPr/>
        </p:nvSpPr>
        <p:spPr>
          <a:xfrm>
            <a:off x="7818120" y="34290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five-slide presentation on AI for senior high students.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143000" y="41788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Desired Output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46120" y="416052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BEAEA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4160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networking.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69480" y="4160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680960" y="416052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E7F2ED"/>
          </a:solidFill>
          <a:ln/>
        </p:spPr>
      </p:sp>
      <p:sp>
        <p:nvSpPr>
          <p:cNvPr id="38" name="Text 36"/>
          <p:cNvSpPr/>
          <p:nvPr/>
        </p:nvSpPr>
        <p:spPr>
          <a:xfrm>
            <a:off x="7818120" y="4160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networking in a comparison table with examples.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8920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143000" y="4910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246120" y="489204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BEAEA"/>
          </a:solidFill>
          <a:ln/>
        </p:spPr>
      </p:sp>
      <p:sp>
        <p:nvSpPr>
          <p:cNvPr id="43" name="Text 41"/>
          <p:cNvSpPr/>
          <p:nvPr/>
        </p:nvSpPr>
        <p:spPr>
          <a:xfrm>
            <a:off x="3383280" y="4892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gravity.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69480" y="48920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7680960" y="489204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E7F2ED"/>
          </a:solidFill>
          <a:ln/>
        </p:spPr>
      </p:sp>
      <p:sp>
        <p:nvSpPr>
          <p:cNvPr id="46" name="Text 44"/>
          <p:cNvSpPr/>
          <p:nvPr/>
        </p:nvSpPr>
        <p:spPr>
          <a:xfrm>
            <a:off x="7818120" y="48920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gravity to a Grade 4 student using everyday examples.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|  Week 5 – Introduction to Prompt Engineering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DEMONSTRATIONS  ·  30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Output Change, Live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FBEAEA"/>
          </a:solidFill>
          <a:ln w="12700">
            <a:solidFill>
              <a:srgbClr val="C054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Prompt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31920" y="194767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about AI.”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E7F2ED"/>
          </a:solidFill>
          <a:ln w="12700">
            <a:solidFill>
              <a:srgbClr val="2C8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8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Prompt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345643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a 200-word introduction to AI for first-year BSIT students. Include one real-world example, avoid jargon.”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00600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EAF4F8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212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Refinement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31920" y="496519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a quiz.”  →  “Make a 10-item multiple-choice quiz about Machine Learning for first-year BSIT students.”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changing only one sentence changes the entire result.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|  Week 5 – Introduction to Prompt Engineering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Prompt Mistakes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C0546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short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057400"/>
            <a:ext cx="457200" cy="457200"/>
          </a:xfrm>
          <a:prstGeom prst="ellipse">
            <a:avLst/>
          </a:prstGeom>
          <a:solidFill>
            <a:srgbClr val="C0546B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vague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/>
        </p:spPr>
      </p:sp>
      <p:sp>
        <p:nvSpPr>
          <p:cNvPr id="14" name="Shape 12"/>
          <p:cNvSpPr/>
          <p:nvPr/>
        </p:nvSpPr>
        <p:spPr>
          <a:xfrm>
            <a:off x="8366760" y="2057400"/>
            <a:ext cx="457200" cy="457200"/>
          </a:xfrm>
          <a:prstGeom prst="ellipse">
            <a:avLst/>
          </a:prstGeom>
          <a:solidFill>
            <a:srgbClr val="C0546B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6060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context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931920"/>
            <a:ext cx="457200" cy="457200"/>
          </a:xfrm>
          <a:prstGeom prst="ellipse">
            <a:avLst/>
          </a:prstGeom>
          <a:solidFill>
            <a:srgbClr val="C0546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4480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audience specified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97680" y="3703320"/>
            <a:ext cx="3520440" cy="1554480"/>
          </a:xfrm>
          <a:prstGeom prst="roundRect">
            <a:avLst>
              <a:gd name="adj" fmla="val 7059"/>
            </a:avLst>
          </a:prstGeom>
          <a:solidFill>
            <a:srgbClr val="FBEAEA"/>
          </a:solidFill>
          <a:ln/>
        </p:spPr>
      </p:sp>
      <p:sp>
        <p:nvSpPr>
          <p:cNvPr id="22" name="Shape 20"/>
          <p:cNvSpPr/>
          <p:nvPr/>
        </p:nvSpPr>
        <p:spPr>
          <a:xfrm>
            <a:off x="4526280" y="3931920"/>
            <a:ext cx="457200" cy="457200"/>
          </a:xfrm>
          <a:prstGeom prst="ellipse">
            <a:avLst/>
          </a:prstGeom>
          <a:solidFill>
            <a:srgbClr val="C0546B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0" y="44805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unrelated requests in one prompt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produce vague, incomplete, or unfocused AI responses.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|  Week 5 – Introduction to Prompt Engineering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280160"/>
            <a:ext cx="4389120" cy="4389120"/>
          </a:xfrm>
          <a:prstGeom prst="ellipse">
            <a:avLst/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28016" cy="12801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6: Long Examination for CLO1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84708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 Intelligence?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41401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branches and applications of AI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96265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29809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machines learn from data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5295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35478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understands and generates language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09651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34440" y="41148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humans communicate effectively with AI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892040"/>
            <a:ext cx="11247120" cy="1463040"/>
          </a:xfrm>
          <a:prstGeom prst="roundRect">
            <a:avLst>
              <a:gd name="adj" fmla="val 7500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“Focus on understanding how these concepts connect — from AI fundamentals to machine learning, NLP, and prompt engineering.”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101  |  Week 5 – Introduction to Prompt Engineering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902952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1016</Words>
  <Application>Microsoft Office PowerPoint</Application>
  <PresentationFormat>Widescreen</PresentationFormat>
  <Paragraphs>198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 laurence Enarin</cp:lastModifiedBy>
  <cp:revision>2</cp:revision>
  <dcterms:created xsi:type="dcterms:W3CDTF">2026-07-31T00:04:59Z</dcterms:created>
  <dcterms:modified xsi:type="dcterms:W3CDTF">2026-09-02T02:37:55Z</dcterms:modified>
</cp:coreProperties>
</file>