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Welcome to AI 101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This is sample content for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sample content for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Branches of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sample content for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sample content for slide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