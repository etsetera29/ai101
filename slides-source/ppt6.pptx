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2.png"/><Relationship Id="rId5" Type="http://schemas.openxmlformats.org/officeDocument/2006/relationships/image" Target="../media/image-12-5.png"/><Relationship Id="rId6" Type="http://schemas.openxmlformats.org/officeDocument/2006/relationships/image" Target="../media/image-12-2.png"/><Relationship Id="rId7" Type="http://schemas.openxmlformats.org/officeDocument/2006/relationships/image" Target="../media/image-12-7.png"/><Relationship Id="rId8" Type="http://schemas.openxmlformats.org/officeDocument/2006/relationships/image" Target="../media/image-12-2.png"/><Relationship Id="rId9" Type="http://schemas.openxmlformats.org/officeDocument/2006/relationships/image" Target="../media/image-1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61C4A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937760"/>
            <a:ext cx="3657600" cy="3657600"/>
          </a:xfrm>
          <a:prstGeom prst="ellipse">
            <a:avLst/>
          </a:prstGeom>
          <a:solidFill>
            <a:srgbClr val="161C4A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5" name="Image 0" descr="/home/claude/ppt/icons/z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126" y="1008126"/>
            <a:ext cx="452628" cy="4526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89611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CLO2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237744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Fundamentals of AI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w/ Prompt Engineering</a:t>
            </a:r>
            <a:endParaRPr lang="en-US" sz="4000" dirty="0"/>
          </a:p>
        </p:txBody>
      </p:sp>
      <p:sp>
        <p:nvSpPr>
          <p:cNvPr id="8" name="Shape 5"/>
          <p:cNvSpPr/>
          <p:nvPr/>
        </p:nvSpPr>
        <p:spPr>
          <a:xfrm>
            <a:off x="868680" y="4160520"/>
            <a:ext cx="1280160" cy="548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43434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 ·  Writing Effective Prompts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w/ Prompt Engineering  |  Week 7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students should be able to: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06070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231136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ppt/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289" y="2350465"/>
            <a:ext cx="291694" cy="29169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057400"/>
            <a:ext cx="9326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different prompt formats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3108960"/>
            <a:ext cx="106070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22960" y="3282696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ppt/icons/mess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289" y="3402025"/>
            <a:ext cx="291694" cy="2916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3108960"/>
            <a:ext cx="9326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importance of specificity and clarity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548640" y="4160520"/>
            <a:ext cx="106070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22960" y="4334256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/home/claude/ppt/icons/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289" y="4453585"/>
            <a:ext cx="291694" cy="29169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00200" y="4160520"/>
            <a:ext cx="9326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 effective prompts</a:t>
            </a:r>
            <a:endParaRPr lang="en-US" sz="1700" dirty="0"/>
          </a:p>
        </p:txBody>
      </p:sp>
      <p:sp>
        <p:nvSpPr>
          <p:cNvPr id="17" name="Shape 12"/>
          <p:cNvSpPr/>
          <p:nvPr/>
        </p:nvSpPr>
        <p:spPr>
          <a:xfrm>
            <a:off x="548640" y="5212080"/>
            <a:ext cx="106070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22960" y="5385816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3" descr="/home/claude/ppt/icons/refres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289" y="5505145"/>
            <a:ext cx="291694" cy="29169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00200" y="5212080"/>
            <a:ext cx="9326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and refine prompts to improve AI-generated outputs</a:t>
            </a:r>
            <a:endParaRPr lang="en-US" sz="1700" dirty="0"/>
          </a:p>
        </p:txBody>
      </p:sp>
      <p:sp>
        <p:nvSpPr>
          <p:cNvPr id="21" name="Text 1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w/ Prompt Engineering  |  Week 7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a Prompt Effective?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3816" y="1828800"/>
            <a:ext cx="333756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116836" y="21031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ppt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9716" y="22860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96696" y="297180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instructions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425696" y="1828800"/>
            <a:ext cx="333756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728716" y="21031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/home/claude/ppt/icons/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96" y="228600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08576" y="297180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requirements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8037576" y="1828800"/>
            <a:ext cx="333756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340596" y="21031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/home/claude/ppt/icons/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3476" y="228600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20456" y="297180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context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813816" y="4023360"/>
            <a:ext cx="333756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2116836" y="42976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3" descr="/home/claude/ppt/icons/gri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9716" y="448056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96696" y="516636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Appropriate format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4425696" y="4023360"/>
            <a:ext cx="333756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5728716" y="42976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4" descr="/home/claude/ppt/icons/sta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1596" y="4480560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608576" y="516636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Desired output clearly stated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w/ Prompt Engineering  |  Week 7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Structure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 components of a well-built prompt: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1228" y="1965960"/>
            <a:ext cx="2514600" cy="3291840"/>
          </a:xfrm>
          <a:prstGeom prst="roundRect">
            <a:avLst>
              <a:gd name="adj" fmla="val 4364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1554480" y="2377440"/>
            <a:ext cx="768096" cy="76809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pic>
        <p:nvPicPr>
          <p:cNvPr id="7" name="Image 0" descr="/home/claude/ppt/icons/mess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6504" y="2569464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18388" y="33832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Instruction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09828" y="3886200"/>
            <a:ext cx="2057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the AI do?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451860" y="1965960"/>
            <a:ext cx="2514600" cy="3291840"/>
          </a:xfrm>
          <a:prstGeom prst="roundRect">
            <a:avLst>
              <a:gd name="adj" fmla="val 4364"/>
            </a:avLst>
          </a:prstGeom>
          <a:solidFill>
            <a:srgbClr val="2C3A7A"/>
          </a:solidFill>
          <a:ln/>
        </p:spPr>
      </p:sp>
      <p:sp>
        <p:nvSpPr>
          <p:cNvPr id="11" name="Shape 8"/>
          <p:cNvSpPr/>
          <p:nvPr/>
        </p:nvSpPr>
        <p:spPr>
          <a:xfrm>
            <a:off x="4325112" y="2377440"/>
            <a:ext cx="768096" cy="76809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pic>
        <p:nvPicPr>
          <p:cNvPr id="12" name="Image 1" descr="/home/claude/ppt/icons/boo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7136" y="2569464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89020" y="33832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80460" y="3886200"/>
            <a:ext cx="2057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information does the AI need?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222492" y="1965960"/>
            <a:ext cx="2514600" cy="3291840"/>
          </a:xfrm>
          <a:prstGeom prst="roundRect">
            <a:avLst>
              <a:gd name="adj" fmla="val 4364"/>
            </a:avLst>
          </a:prstGeom>
          <a:solidFill>
            <a:srgbClr val="3C4C94"/>
          </a:solidFill>
          <a:ln/>
        </p:spPr>
      </p:sp>
      <p:sp>
        <p:nvSpPr>
          <p:cNvPr id="16" name="Shape 12"/>
          <p:cNvSpPr/>
          <p:nvPr/>
        </p:nvSpPr>
        <p:spPr>
          <a:xfrm>
            <a:off x="7095744" y="2377440"/>
            <a:ext cx="768096" cy="76809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pic>
        <p:nvPicPr>
          <p:cNvPr id="17" name="Image 2" descr="/home/claude/ppt/icons/slid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7768" y="2569464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59652" y="33832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Constraints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6451092" y="3886200"/>
            <a:ext cx="2057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limitations should it follow?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8993124" y="1965960"/>
            <a:ext cx="2514600" cy="3291840"/>
          </a:xfrm>
          <a:prstGeom prst="roundRect">
            <a:avLst>
              <a:gd name="adj" fmla="val 4364"/>
            </a:avLst>
          </a:prstGeom>
          <a:solidFill>
            <a:srgbClr val="F2A93B"/>
          </a:solidFill>
          <a:ln/>
        </p:spPr>
      </p:sp>
      <p:sp>
        <p:nvSpPr>
          <p:cNvPr id="21" name="Shape 16"/>
          <p:cNvSpPr/>
          <p:nvPr/>
        </p:nvSpPr>
        <p:spPr>
          <a:xfrm>
            <a:off x="9866376" y="2377440"/>
            <a:ext cx="768096" cy="76809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3" descr="/home/claude/ppt/icons/gri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0" y="2569464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30284" y="33832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Format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9221724" y="3886200"/>
            <a:ext cx="2057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should the response look?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w/ Prompt Engineering  |  Week 7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FORMATS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Instructional Prompts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ppt/icons/mess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658" y="1744218"/>
            <a:ext cx="352044" cy="3520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468880"/>
            <a:ext cx="5760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prompt that directly tells the AI what task to perform, stated as a clear command.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get a specific, well-defined output in one exchange.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structure: a direct instruction plus any needed detail.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583680" y="1600200"/>
            <a:ext cx="5074920" cy="2880360"/>
          </a:xfrm>
          <a:prstGeom prst="roundRect">
            <a:avLst>
              <a:gd name="adj" fmla="val 3810"/>
            </a:avLst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6903720" y="187452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PROMPT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903720" y="2286000"/>
            <a:ext cx="443484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"Summarize this article in three bullet points."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"Translate this paragraph into Filipino."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5074920"/>
            <a:ext cx="11109960" cy="960120"/>
          </a:xfrm>
          <a:prstGeom prst="roundRect">
            <a:avLst>
              <a:gd name="adj" fmla="val 9524"/>
            </a:avLst>
          </a:prstGeom>
          <a:solidFill>
            <a:srgbClr val="CADCFC"/>
          </a:solidFill>
          <a:ln/>
        </p:spPr>
      </p:sp>
      <p:sp>
        <p:nvSpPr>
          <p:cNvPr id="11" name="Shape 8"/>
          <p:cNvSpPr/>
          <p:nvPr/>
        </p:nvSpPr>
        <p:spPr>
          <a:xfrm>
            <a:off x="777240" y="525780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/home/claude/ppt/icons/inf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830" y="5406390"/>
            <a:ext cx="297180" cy="2971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54480" y="5074920"/>
            <a:ext cx="9966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use: single, well-defined tasks with a clear, one-shot answer.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w/ Prompt Engineering  |  Week 7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FORMATS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Conversational Prompts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ppt/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658" y="1744218"/>
            <a:ext cx="352044" cy="3520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468880"/>
            <a:ext cx="5760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prompt style built around back-and-forth exchange, where each message builds on earlier turns.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explore a topic, ask follow-ups, and refine understanding together.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Maintaining context: the AI carries earlier turns forward as the conversation continues.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583680" y="1600200"/>
            <a:ext cx="5074920" cy="2880360"/>
          </a:xfrm>
          <a:prstGeom prst="roundRect">
            <a:avLst>
              <a:gd name="adj" fmla="val 3810"/>
            </a:avLst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6903720" y="187452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PROMPT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903720" y="2286000"/>
            <a:ext cx="443484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you explain machine learning?"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"Now give a simple example."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is that different from deep learning?"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5074920"/>
            <a:ext cx="11109960" cy="960120"/>
          </a:xfrm>
          <a:prstGeom prst="roundRect">
            <a:avLst>
              <a:gd name="adj" fmla="val 9524"/>
            </a:avLst>
          </a:prstGeom>
          <a:solidFill>
            <a:srgbClr val="CADCFC"/>
          </a:solidFill>
          <a:ln/>
        </p:spPr>
      </p:sp>
      <p:sp>
        <p:nvSpPr>
          <p:cNvPr id="11" name="Shape 8"/>
          <p:cNvSpPr/>
          <p:nvPr/>
        </p:nvSpPr>
        <p:spPr>
          <a:xfrm>
            <a:off x="777240" y="525780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/home/claude/ppt/icons/inf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830" y="5406390"/>
            <a:ext cx="297180" cy="2971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54480" y="5074920"/>
            <a:ext cx="9966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use: open-ended exploration, tutoring, or tasks needing clarification along the way.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w/ Prompt Engineering  |  Week 7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FORMATS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Few-Shot Prompts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ppt/icon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658" y="1744218"/>
            <a:ext cx="352044" cy="3520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468880"/>
            <a:ext cx="5760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prompt that provides examples of the desired input-output pattern before asking for a new one.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examples help: they show the AI the expected pattern, tone, or format instead of just describing it.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583680" y="1600200"/>
            <a:ext cx="5074920" cy="2880360"/>
          </a:xfrm>
          <a:prstGeom prst="roundRect">
            <a:avLst>
              <a:gd name="adj" fmla="val 3810"/>
            </a:avLst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6903720" y="187452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PROMPT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903720" y="2286000"/>
            <a:ext cx="443484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"Happy" → Output: "Sad"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"Fast" → Output: "Slow"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"Bright" → Output: ?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5074920"/>
            <a:ext cx="11109960" cy="960120"/>
          </a:xfrm>
          <a:prstGeom prst="roundRect">
            <a:avLst>
              <a:gd name="adj" fmla="val 9524"/>
            </a:avLst>
          </a:prstGeom>
          <a:solidFill>
            <a:srgbClr val="CADCFC"/>
          </a:solidFill>
          <a:ln/>
        </p:spPr>
      </p:sp>
      <p:sp>
        <p:nvSpPr>
          <p:cNvPr id="11" name="Shape 8"/>
          <p:cNvSpPr/>
          <p:nvPr/>
        </p:nvSpPr>
        <p:spPr>
          <a:xfrm>
            <a:off x="777240" y="525780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/home/claude/ppt/icons/inf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830" y="5406390"/>
            <a:ext cx="297180" cy="2971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54480" y="5074920"/>
            <a:ext cx="9966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use: when the desired format or style is easier to show than to explain.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w/ Prompt Engineering  |  Week 7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PRINCIPLE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Specificity and Clarity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22376" y="1645920"/>
            <a:ext cx="5212080" cy="2743200"/>
          </a:xfrm>
          <a:prstGeom prst="roundRect">
            <a:avLst>
              <a:gd name="adj" fmla="val 4000"/>
            </a:avLst>
          </a:prstGeom>
          <a:solidFill>
            <a:srgbClr val="E8E9F0"/>
          </a:solidFill>
          <a:ln/>
        </p:spPr>
      </p:sp>
      <p:sp>
        <p:nvSpPr>
          <p:cNvPr id="5" name="Shape 3"/>
          <p:cNvSpPr/>
          <p:nvPr/>
        </p:nvSpPr>
        <p:spPr>
          <a:xfrm>
            <a:off x="996696" y="1920240"/>
            <a:ext cx="548640" cy="548640"/>
          </a:xfrm>
          <a:prstGeom prst="ellipse">
            <a:avLst/>
          </a:prstGeom>
          <a:solidFill>
            <a:srgbClr val="8A8FA8"/>
          </a:solidFill>
          <a:ln/>
        </p:spPr>
      </p:sp>
      <p:pic>
        <p:nvPicPr>
          <p:cNvPr id="6" name="Image 0" descr="/home/claude/ppt/icons/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" y="20574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28216" y="19659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PROMPT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42416" y="269748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"Tell me about AI."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254496" y="1645920"/>
            <a:ext cx="5212080" cy="27432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</p:sp>
      <p:sp>
        <p:nvSpPr>
          <p:cNvPr id="10" name="Shape 7"/>
          <p:cNvSpPr/>
          <p:nvPr/>
        </p:nvSpPr>
        <p:spPr>
          <a:xfrm>
            <a:off x="6528816" y="1920240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1" name="Image 1" descr="/home/claude/ppt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976" y="205740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0336" y="19659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PROMPT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574536" y="2606040"/>
            <a:ext cx="45720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"Explain three common applications of AI in education using simple language and one example for each."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5820156" y="2743200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5" name="Image 2" descr="/home/claude/ppt/icons/arrowR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866644"/>
            <a:ext cx="301752" cy="30175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22376" y="4709160"/>
            <a:ext cx="10744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detail narrows the possibilities and shapes the expected output.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w/ Prompt Engineering  |  Week 7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PRINCIPLE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Adding Context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ppt/icons/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797" y="1713357"/>
            <a:ext cx="276606" cy="27660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60020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context matters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3774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1" descr="/home/claude/ppt/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797" y="2490597"/>
            <a:ext cx="276606" cy="27660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237744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the intended audience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8640" y="31546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2" descr="/home/claude/ppt/icons/fileTex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797" y="3267837"/>
            <a:ext cx="276606" cy="27660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34440" y="315468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Providing relevant source information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548640" y="3931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3" descr="/home/claude/ppt/icons/inf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797" y="4045077"/>
            <a:ext cx="276606" cy="27660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34440" y="393192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the AI enough background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5120640" y="1600200"/>
            <a:ext cx="3200400" cy="3749040"/>
          </a:xfrm>
          <a:prstGeom prst="roundRect">
            <a:avLst>
              <a:gd name="adj" fmla="val 3429"/>
            </a:avLst>
          </a:prstGeom>
          <a:solidFill>
            <a:srgbClr val="E8E9F0"/>
          </a:solidFill>
          <a:ln/>
        </p:spPr>
      </p:sp>
      <p:sp>
        <p:nvSpPr>
          <p:cNvPr id="17" name="Text 11"/>
          <p:cNvSpPr/>
          <p:nvPr/>
        </p:nvSpPr>
        <p:spPr>
          <a:xfrm>
            <a:off x="5349240" y="1828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CONTEXT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5349240" y="228600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"Write a message about the meeting."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5349240" y="45720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 audience, purpose, and tone.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8641080" y="1600200"/>
            <a:ext cx="3200400" cy="3749040"/>
          </a:xfrm>
          <a:prstGeom prst="roundRect">
            <a:avLst>
              <a:gd name="adj" fmla="val 3429"/>
            </a:avLst>
          </a:prstGeom>
          <a:solidFill>
            <a:srgbClr val="1E2761"/>
          </a:solidFill>
          <a:ln/>
        </p:spPr>
      </p:sp>
      <p:sp>
        <p:nvSpPr>
          <p:cNvPr id="21" name="Text 15"/>
          <p:cNvSpPr/>
          <p:nvPr/>
        </p:nvSpPr>
        <p:spPr>
          <a:xfrm>
            <a:off x="8869680" y="1828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CONTEXT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8869680" y="2286000"/>
            <a:ext cx="27432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"Write a short, friendly message to my team reminding them about tomorrow’s 9 AM project meeting."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8869680" y="45720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audience, tone, and purpose.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w/ Prompt Engineering  |  Week 7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PRINCIPLE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 Constraints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tell the AI where the boundaries are: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94944" y="196596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23544" y="24003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ppt/icons/alig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" y="2523744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55064" y="1965960"/>
            <a:ext cx="2286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limit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79976" y="196596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08576" y="24003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ppt/icons/gri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020" y="252374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40096" y="1965960"/>
            <a:ext cx="2286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items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8065008" y="196596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293608" y="24003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/home/claude/ppt/icons/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7052" y="2523744"/>
            <a:ext cx="301752" cy="30175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025128" y="1965960"/>
            <a:ext cx="2286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level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694944" y="3639312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23544" y="407365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3" descr="/home/claude/ppt/icons/messa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988" y="4197096"/>
            <a:ext cx="301752" cy="30175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55064" y="3639312"/>
            <a:ext cx="2286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4379976" y="3639312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608576" y="407365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4" descr="/home/claude/ppt/icons/lay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2020" y="4197096"/>
            <a:ext cx="301752" cy="30175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340096" y="3639312"/>
            <a:ext cx="2286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format</a:t>
            </a:r>
            <a:endParaRPr lang="en-US" sz="1400" dirty="0"/>
          </a:p>
        </p:txBody>
      </p:sp>
      <p:sp>
        <p:nvSpPr>
          <p:cNvPr id="25" name="Shape 18"/>
          <p:cNvSpPr/>
          <p:nvPr/>
        </p:nvSpPr>
        <p:spPr>
          <a:xfrm>
            <a:off x="8065008" y="3639312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8293608" y="407365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5" descr="/home/claude/ppt/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7052" y="4197096"/>
            <a:ext cx="301752" cy="30175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025128" y="3639312"/>
            <a:ext cx="2286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that must / must not be included</a:t>
            </a:r>
            <a:endParaRPr lang="en-US" sz="1400" dirty="0"/>
          </a:p>
        </p:txBody>
      </p:sp>
      <p:sp>
        <p:nvSpPr>
          <p:cNvPr id="29" name="Text 2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w/ Prompt Engineering  |  Week 7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PRINCIPLE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Specifying the Output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request can produce very different results depending on the format requested: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26364" y="2148840"/>
            <a:ext cx="2011680" cy="2011680"/>
          </a:xfrm>
          <a:prstGeom prst="roundRect">
            <a:avLst>
              <a:gd name="adj" fmla="val 5455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1266444" y="2468880"/>
            <a:ext cx="731520" cy="73152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7" name="Image 0" descr="/home/claude/ppt/icons/alig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9324" y="265176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7804" y="33832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Paragraph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857500" y="2148840"/>
            <a:ext cx="2011680" cy="2011680"/>
          </a:xfrm>
          <a:prstGeom prst="roundRect">
            <a:avLst>
              <a:gd name="adj" fmla="val 5455"/>
            </a:avLst>
          </a:prstGeom>
          <a:solidFill>
            <a:srgbClr val="1E2761"/>
          </a:solidFill>
          <a:ln/>
        </p:spPr>
      </p:sp>
      <p:sp>
        <p:nvSpPr>
          <p:cNvPr id="10" name="Shape 7"/>
          <p:cNvSpPr/>
          <p:nvPr/>
        </p:nvSpPr>
        <p:spPr>
          <a:xfrm>
            <a:off x="3497580" y="2468880"/>
            <a:ext cx="731520" cy="73152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1" name="Image 1" descr="/home/claude/ppt/icons/l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0460" y="26517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48940" y="33832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 List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088636" y="2148840"/>
            <a:ext cx="2011680" cy="2011680"/>
          </a:xfrm>
          <a:prstGeom prst="roundRect">
            <a:avLst>
              <a:gd name="adj" fmla="val 5455"/>
            </a:avLst>
          </a:prstGeom>
          <a:solidFill>
            <a:srgbClr val="1E2761"/>
          </a:solidFill>
          <a:ln/>
        </p:spPr>
      </p:sp>
      <p:sp>
        <p:nvSpPr>
          <p:cNvPr id="14" name="Shape 10"/>
          <p:cNvSpPr/>
          <p:nvPr/>
        </p:nvSpPr>
        <p:spPr>
          <a:xfrm>
            <a:off x="5728716" y="2468880"/>
            <a:ext cx="731520" cy="73152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5" name="Image 2" descr="/home/claude/ppt/icons/tab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596" y="265176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180076" y="33832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7319772" y="2148840"/>
            <a:ext cx="2011680" cy="2011680"/>
          </a:xfrm>
          <a:prstGeom prst="roundRect">
            <a:avLst>
              <a:gd name="adj" fmla="val 5455"/>
            </a:avLst>
          </a:prstGeom>
          <a:solidFill>
            <a:srgbClr val="1E2761"/>
          </a:solidFill>
          <a:ln/>
        </p:spPr>
      </p:sp>
      <p:sp>
        <p:nvSpPr>
          <p:cNvPr id="18" name="Shape 13"/>
          <p:cNvSpPr/>
          <p:nvPr/>
        </p:nvSpPr>
        <p:spPr>
          <a:xfrm>
            <a:off x="7959852" y="2468880"/>
            <a:ext cx="731520" cy="73152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9" name="Image 3" descr="/home/claude/ppt/icons/arrowR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2732" y="2651760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411212" y="33832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9550908" y="2148840"/>
            <a:ext cx="2011680" cy="2011680"/>
          </a:xfrm>
          <a:prstGeom prst="roundRect">
            <a:avLst>
              <a:gd name="adj" fmla="val 5455"/>
            </a:avLst>
          </a:prstGeom>
          <a:solidFill>
            <a:srgbClr val="1E2761"/>
          </a:solidFill>
          <a:ln/>
        </p:spPr>
      </p:sp>
      <p:sp>
        <p:nvSpPr>
          <p:cNvPr id="22" name="Shape 16"/>
          <p:cNvSpPr/>
          <p:nvPr/>
        </p:nvSpPr>
        <p:spPr>
          <a:xfrm>
            <a:off x="10190988" y="2468880"/>
            <a:ext cx="731520" cy="73152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3" name="Image 4" descr="/home/claude/ppt/icons/cod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73868" y="2651760"/>
            <a:ext cx="365760" cy="3657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642348" y="33832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/ Structured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w/ Prompt Engineering  |  Week 7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a Prompt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prompt rarely produces the ideal result the first time.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68096" y="2651760"/>
            <a:ext cx="1874520" cy="155448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1412748" y="2852928"/>
            <a:ext cx="585216" cy="58521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pic>
        <p:nvPicPr>
          <p:cNvPr id="7" name="Image 0" descr="/home/claude/ppt/icons/ed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4422" y="2984602"/>
            <a:ext cx="321869" cy="32186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8096" y="356616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628900" y="3255264"/>
            <a:ext cx="347472" cy="347472"/>
          </a:xfrm>
          <a:prstGeom prst="ellipse">
            <a:avLst/>
          </a:prstGeom>
          <a:solidFill>
            <a:srgbClr val="4A5578"/>
          </a:solidFill>
          <a:ln/>
        </p:spPr>
      </p:sp>
      <p:pic>
        <p:nvPicPr>
          <p:cNvPr id="10" name="Image 1" descr="/home/claude/ppt/icons/arrowR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8394" y="3324758"/>
            <a:ext cx="208483" cy="208483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962656" y="2651760"/>
            <a:ext cx="1874520" cy="155448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12" name="Shape 8"/>
          <p:cNvSpPr/>
          <p:nvPr/>
        </p:nvSpPr>
        <p:spPr>
          <a:xfrm>
            <a:off x="3607308" y="2852928"/>
            <a:ext cx="585216" cy="58521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pic>
        <p:nvPicPr>
          <p:cNvPr id="13" name="Image 2" descr="/home/claude/ppt/icons/z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8982" y="2984602"/>
            <a:ext cx="321869" cy="32186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962656" y="356616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4823460" y="3255264"/>
            <a:ext cx="347472" cy="347472"/>
          </a:xfrm>
          <a:prstGeom prst="ellipse">
            <a:avLst/>
          </a:prstGeom>
          <a:solidFill>
            <a:srgbClr val="4A5578"/>
          </a:solidFill>
          <a:ln/>
        </p:spPr>
      </p:sp>
      <p:pic>
        <p:nvPicPr>
          <p:cNvPr id="16" name="Image 3" descr="/home/claude/ppt/icons/arrowR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954" y="3324758"/>
            <a:ext cx="208483" cy="208483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5157216" y="2651760"/>
            <a:ext cx="1874520" cy="155448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18" name="Shape 12"/>
          <p:cNvSpPr/>
          <p:nvPr/>
        </p:nvSpPr>
        <p:spPr>
          <a:xfrm>
            <a:off x="5801868" y="2852928"/>
            <a:ext cx="585216" cy="58521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pic>
        <p:nvPicPr>
          <p:cNvPr id="19" name="Image 4" descr="/home/claude/ppt/icons/ey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3542" y="2984602"/>
            <a:ext cx="321869" cy="321869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157216" y="356616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400" dirty="0"/>
          </a:p>
        </p:txBody>
      </p:sp>
      <p:sp>
        <p:nvSpPr>
          <p:cNvPr id="21" name="Shape 14"/>
          <p:cNvSpPr/>
          <p:nvPr/>
        </p:nvSpPr>
        <p:spPr>
          <a:xfrm>
            <a:off x="7018020" y="3255264"/>
            <a:ext cx="347472" cy="347472"/>
          </a:xfrm>
          <a:prstGeom prst="ellipse">
            <a:avLst/>
          </a:prstGeom>
          <a:solidFill>
            <a:srgbClr val="4A5578"/>
          </a:solidFill>
          <a:ln/>
        </p:spPr>
      </p:sp>
      <p:pic>
        <p:nvPicPr>
          <p:cNvPr id="22" name="Image 5" descr="/home/claude/ppt/icons/arrowRigh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7514" y="3324758"/>
            <a:ext cx="208483" cy="208483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7351776" y="2651760"/>
            <a:ext cx="1874520" cy="155448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24" name="Shape 16"/>
          <p:cNvSpPr/>
          <p:nvPr/>
        </p:nvSpPr>
        <p:spPr>
          <a:xfrm>
            <a:off x="7996428" y="2852928"/>
            <a:ext cx="585216" cy="58521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pic>
        <p:nvPicPr>
          <p:cNvPr id="25" name="Image 6" descr="/home/claude/ppt/icons/refresh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8102" y="2984602"/>
            <a:ext cx="321869" cy="321869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7351776" y="356616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</a:t>
            </a:r>
            <a:endParaRPr lang="en-US" sz="1400" dirty="0"/>
          </a:p>
        </p:txBody>
      </p:sp>
      <p:sp>
        <p:nvSpPr>
          <p:cNvPr id="27" name="Shape 18"/>
          <p:cNvSpPr/>
          <p:nvPr/>
        </p:nvSpPr>
        <p:spPr>
          <a:xfrm>
            <a:off x="9212580" y="3255264"/>
            <a:ext cx="347472" cy="347472"/>
          </a:xfrm>
          <a:prstGeom prst="ellipse">
            <a:avLst/>
          </a:prstGeom>
          <a:solidFill>
            <a:srgbClr val="4A5578"/>
          </a:solidFill>
          <a:ln/>
        </p:spPr>
      </p:sp>
      <p:pic>
        <p:nvPicPr>
          <p:cNvPr id="28" name="Image 7" descr="/home/claude/ppt/icons/arrowRigh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82074" y="3324758"/>
            <a:ext cx="208483" cy="208483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9546336" y="2651760"/>
            <a:ext cx="1874520" cy="1554480"/>
          </a:xfrm>
          <a:prstGeom prst="roundRect">
            <a:avLst>
              <a:gd name="adj" fmla="val 7059"/>
            </a:avLst>
          </a:prstGeom>
          <a:solidFill>
            <a:srgbClr val="F2A93B"/>
          </a:solidFill>
          <a:ln/>
        </p:spPr>
      </p:sp>
      <p:sp>
        <p:nvSpPr>
          <p:cNvPr id="30" name="Shape 20"/>
          <p:cNvSpPr/>
          <p:nvPr/>
        </p:nvSpPr>
        <p:spPr>
          <a:xfrm>
            <a:off x="10190988" y="2852928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8" descr="/home/claude/ppt/icons/chec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22662" y="2984602"/>
            <a:ext cx="321869" cy="321869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9546336" y="356616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Again</a:t>
            </a:r>
            <a:endParaRPr lang="en-US" sz="1400" dirty="0"/>
          </a:p>
        </p:txBody>
      </p:sp>
      <p:sp>
        <p:nvSpPr>
          <p:cNvPr id="33" name="Text 22"/>
          <p:cNvSpPr/>
          <p:nvPr/>
        </p:nvSpPr>
        <p:spPr>
          <a:xfrm>
            <a:off x="548640" y="4663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prompting is a cycle, not a one-shot attempt.</a:t>
            </a:r>
            <a:endParaRPr lang="en-US" sz="1400" dirty="0"/>
          </a:p>
        </p:txBody>
      </p:sp>
      <p:sp>
        <p:nvSpPr>
          <p:cNvPr id="34" name="Text 2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w/ Prompt Engineering  |  Week 7</a:t>
            </a:r>
            <a:endParaRPr lang="en-US" sz="900" dirty="0"/>
          </a:p>
        </p:txBody>
      </p:sp>
      <p:sp>
        <p:nvSpPr>
          <p:cNvPr id="35" name="Text 2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Refining Prompts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a prompt by: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ppt/icons/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" y="2135124"/>
            <a:ext cx="301752" cy="3017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508760" y="2670048"/>
            <a:ext cx="9418320" cy="0"/>
          </a:xfrm>
          <a:prstGeom prst="line">
            <a:avLst/>
          </a:prstGeom>
          <a:noFill/>
          <a:ln w="12700">
            <a:solidFill>
              <a:srgbClr val="D6DA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508760" y="1938528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ambiguity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0080" y="27889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/home/claude/ppt/icons/boo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" y="2912364"/>
            <a:ext cx="301752" cy="30175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508760" y="3447288"/>
            <a:ext cx="9418320" cy="0"/>
          </a:xfrm>
          <a:prstGeom prst="line">
            <a:avLst/>
          </a:prstGeom>
          <a:noFill/>
          <a:ln w="12700">
            <a:solidFill>
              <a:srgbClr val="D6DAE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508760" y="2715768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missing context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40080" y="35661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/home/claude/ppt/icons/targ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" y="3689604"/>
            <a:ext cx="301752" cy="301752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1508760" y="4224528"/>
            <a:ext cx="9418320" cy="0"/>
          </a:xfrm>
          <a:prstGeom prst="line">
            <a:avLst/>
          </a:prstGeom>
          <a:noFill/>
          <a:ln w="12700">
            <a:solidFill>
              <a:srgbClr val="D6DAE8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1508760" y="3493008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instructions more specific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640080" y="43434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3" descr="/home/claude/ppt/icons/slid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" y="4466844"/>
            <a:ext cx="301752" cy="301752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1508760" y="5001768"/>
            <a:ext cx="9418320" cy="0"/>
          </a:xfrm>
          <a:prstGeom prst="line">
            <a:avLst/>
          </a:prstGeom>
          <a:noFill/>
          <a:ln w="12700">
            <a:solidFill>
              <a:srgbClr val="D6DAE8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1508760" y="4270248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constraints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640080" y="51206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4" descr="/home/claude/ppt/icons/gri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524" y="5244084"/>
            <a:ext cx="301752" cy="301752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1508760" y="5779008"/>
            <a:ext cx="9418320" cy="0"/>
          </a:xfrm>
          <a:prstGeom prst="line">
            <a:avLst/>
          </a:prstGeom>
          <a:noFill/>
          <a:ln w="12700">
            <a:solidFill>
              <a:srgbClr val="D6DAE8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1508760" y="5047488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Specifying the desired output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w/ Prompt Engineering  |  Week 7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and After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E8E9F0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668780"/>
            <a:ext cx="640080" cy="640080"/>
          </a:xfrm>
          <a:prstGeom prst="ellipse">
            <a:avLst/>
          </a:prstGeom>
          <a:solidFill>
            <a:srgbClr val="5A618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687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91640" y="1691640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"Make a report about cybersecurity."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C7D3F2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2674620"/>
            <a:ext cx="640080" cy="640080"/>
          </a:xfrm>
          <a:prstGeom prst="ellipse">
            <a:avLst/>
          </a:prstGeom>
          <a:solidFill>
            <a:srgbClr val="2C3A7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6746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91640" y="2697480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6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"Write a short report about cybersecurity."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61188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4000500"/>
            <a:ext cx="640080" cy="64008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0005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91640" y="3703320"/>
            <a:ext cx="9692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"Write a 500-word introductory report about cybersecurity for first-year IT students. Explain three common cybersecurity threats and provide one prevention method for each."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w/ Prompt Engineering  |  Week 7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Prompting Mistakes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99516" y="1783080"/>
            <a:ext cx="52578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28116" y="2080260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6" name="Image 0" descr="/home/claude/ppt/icons/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20370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59636" y="1783080"/>
            <a:ext cx="4114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vague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31636" y="1783080"/>
            <a:ext cx="52578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60236" y="2080260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0" name="Image 1" descr="/home/claude/ppt/icons/fileTex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203704"/>
            <a:ext cx="301752" cy="3017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91756" y="1783080"/>
            <a:ext cx="4114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 unnecessary information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99516" y="3154680"/>
            <a:ext cx="52578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28116" y="3451860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4" name="Image 2" descr="/home/claude/ppt/icons/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3575304"/>
            <a:ext cx="301752" cy="30175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59636" y="3154680"/>
            <a:ext cx="4114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Conflicting instructions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231636" y="3154680"/>
            <a:ext cx="52578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460236" y="3451860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8" name="Image 3" descr="/home/claude/ppt/icons/boo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3575304"/>
            <a:ext cx="301752" cy="30175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191756" y="3154680"/>
            <a:ext cx="4114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context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699516" y="4526280"/>
            <a:ext cx="52578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928116" y="4823460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22" name="Image 4" descr="/home/claude/ppt/icons/gri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4946904"/>
            <a:ext cx="301752" cy="30175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659636" y="4526280"/>
            <a:ext cx="4114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specified output format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6231636" y="4526280"/>
            <a:ext cx="52578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6460236" y="4823460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26" name="Image 5" descr="/home/claude/ppt/icons/user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4946904"/>
            <a:ext cx="301752" cy="30175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191756" y="4526280"/>
            <a:ext cx="4114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Assuming the AI knows the user's intent</a:t>
            </a:r>
            <a:endParaRPr lang="en-US" sz="1400" dirty="0"/>
          </a:p>
        </p:txBody>
      </p:sp>
      <p:sp>
        <p:nvSpPr>
          <p:cNvPr id="28" name="Text 2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w/ Prompt Engineering  |  Week 7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114800" cy="4114800"/>
          </a:xfrm>
          <a:prstGeom prst="ellipse">
            <a:avLst/>
          </a:prstGeom>
          <a:solidFill>
            <a:srgbClr val="161C4A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4572000"/>
            <a:ext cx="3657600" cy="3657600"/>
          </a:xfrm>
          <a:prstGeom prst="ellipse">
            <a:avLst/>
          </a:prstGeom>
          <a:solidFill>
            <a:srgbClr val="161C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566928" cy="566928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7" name="Image 0" descr="/home/claude/ppt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639" y="1819199"/>
            <a:ext cx="311810" cy="31181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645920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prompts are clear and specific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40080" y="2587752"/>
            <a:ext cx="566928" cy="566928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0" name="Image 1" descr="/home/claude/ppt/icons/boo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639" y="2715311"/>
            <a:ext cx="311810" cy="3118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2542032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helps AI understand the task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640080" y="3483864"/>
            <a:ext cx="566928" cy="566928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3" name="Image 2" descr="/home/claude/ppt/icons/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639" y="3611423"/>
            <a:ext cx="311810" cy="31181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3438144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prompt formats serve different purposes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640080" y="4379976"/>
            <a:ext cx="566928" cy="566928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6" name="Image 3" descr="/home/claude/ppt/icons/slid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639" y="4507535"/>
            <a:ext cx="311810" cy="31181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508760" y="4334256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help control the output</a:t>
            </a:r>
            <a:endParaRPr lang="en-US" sz="1700" dirty="0"/>
          </a:p>
        </p:txBody>
      </p:sp>
      <p:sp>
        <p:nvSpPr>
          <p:cNvPr id="18" name="Shape 12"/>
          <p:cNvSpPr/>
          <p:nvPr/>
        </p:nvSpPr>
        <p:spPr>
          <a:xfrm>
            <a:off x="640080" y="5276088"/>
            <a:ext cx="566928" cy="566928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9" name="Image 4" descr="/home/claude/ppt/icons/refres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639" y="5403647"/>
            <a:ext cx="311810" cy="31181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508760" y="5230368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prompting often requires testing and refinement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w/ Prompt Engineering  |  Week 7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OUTPUT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Improvement Portfolio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will submit one document containing three prompt improvement examples.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667512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3774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EXAMPLE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28803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/home/claude/ppt/icons/ed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2983230"/>
            <a:ext cx="251460" cy="2514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2807208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Original Prompt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14400" y="353872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ppt/icons/z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270" y="3641598"/>
            <a:ext cx="251460" cy="251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3465576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Improved Prompt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914400" y="419709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/home/claude/ppt/icons/inf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270" y="4299966"/>
            <a:ext cx="251460" cy="2514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08760" y="4123944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Brief Explanation — what was improved and why it is more effective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914400" y="485546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3" descr="/home/claude/ppt/icons/fileTex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270" y="4958334"/>
            <a:ext cx="251460" cy="2514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08760" y="4782312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AI Output — the response generated using the improved prompt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7452360" y="2103120"/>
            <a:ext cx="4160520" cy="3566160"/>
          </a:xfrm>
          <a:prstGeom prst="roundRect">
            <a:avLst>
              <a:gd name="adj" fmla="val 3077"/>
            </a:avLst>
          </a:prstGeom>
          <a:solidFill>
            <a:srgbClr val="1E2761"/>
          </a:solidFill>
          <a:ln/>
        </p:spPr>
      </p:sp>
      <p:sp>
        <p:nvSpPr>
          <p:cNvPr id="20" name="Shape 14"/>
          <p:cNvSpPr/>
          <p:nvPr/>
        </p:nvSpPr>
        <p:spPr>
          <a:xfrm>
            <a:off x="9075420" y="2468880"/>
            <a:ext cx="914400" cy="9144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1" name="Image 4" descr="/home/claude/ppt/icons/uploa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4020" y="2697480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726680" y="356616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7818120" y="3977640"/>
            <a:ext cx="3429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online through the designated Google Drive.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w/ Prompt Engineering  |  Week 7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2026-09-13T05:42:41Z</dcterms:created>
  <dcterms:modified xsi:type="dcterms:W3CDTF">2026-09-13T05:42:41Z</dcterms:modified>
</cp:coreProperties>
</file>