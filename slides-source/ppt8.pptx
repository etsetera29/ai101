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3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/icons/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0081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w/ Prompt Engineering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 ·  Generative AI — Text and Image Creation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students should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7510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289" y="209443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74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Generative AI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52344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85292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2972257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52344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basic idea behind generative AI models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630168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307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" y="3850081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630168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generative AI tools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4507992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460857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" y="4727905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4507992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AI generates text and images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5385816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548640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89" y="5605729"/>
            <a:ext cx="291694" cy="2916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385816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practical applications and risks of generative AI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65277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refers to AI systems that create new content — rather than simply analyzing or classifying existing data.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 analysis looks for patterns and answers questions about data that already exists; generative AI uses learned patterns to produce something new.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content AI can generate: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" y="4251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1339596" y="4480560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46268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857500" y="4251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3570732" y="4480560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/home/claude/ppt/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36" y="46268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894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88636" y="4251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5801868" y="4480560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ppt/icons/mus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46268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80076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319772" y="4251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8033004" y="4480560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home/claude/ppt/icons/vide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308" y="462686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11212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9550908" y="4251960"/>
            <a:ext cx="201168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5" name="Shape 18"/>
          <p:cNvSpPr/>
          <p:nvPr/>
        </p:nvSpPr>
        <p:spPr>
          <a:xfrm>
            <a:off x="10264140" y="4480560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5" descr="/home/claude/ppt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0444" y="462686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642348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vs. Traditional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2376" y="16916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8E9F0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2011680"/>
            <a:ext cx="594360" cy="594360"/>
          </a:xfrm>
          <a:prstGeom prst="ellipse">
            <a:avLst/>
          </a:prstGeom>
          <a:solidFill>
            <a:srgbClr val="5A6180"/>
          </a:solidFill>
          <a:ln/>
        </p:spPr>
      </p:sp>
      <p:pic>
        <p:nvPicPr>
          <p:cNvPr id="6" name="Image 0" descr="/home/claude/ppt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9656" y="20756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88136" y="303580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9" name="Text 6"/>
          <p:cNvSpPr/>
          <p:nvPr/>
        </p:nvSpPr>
        <p:spPr>
          <a:xfrm>
            <a:off x="1362456" y="29260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"Is this email spam?"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88136" y="390448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37947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— "Will this loan be repaid?"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88136" y="4773168"/>
            <a:ext cx="128016" cy="128016"/>
          </a:xfrm>
          <a:prstGeom prst="ellipse">
            <a:avLst/>
          </a:prstGeom>
          <a:solidFill>
            <a:srgbClr val="5A6180"/>
          </a:solidFill>
          <a:ln/>
        </p:spPr>
      </p:sp>
      <p:sp>
        <p:nvSpPr>
          <p:cNvPr id="13" name="Text 10"/>
          <p:cNvSpPr/>
          <p:nvPr/>
        </p:nvSpPr>
        <p:spPr>
          <a:xfrm>
            <a:off x="1362456" y="46634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"What should I watch next?"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54496" y="16916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4536" y="201168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1" descr="/home/claude/ppt/icons/spark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126" y="21602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51776" y="20756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620256" y="303580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5"/>
          <p:cNvSpPr/>
          <p:nvPr/>
        </p:nvSpPr>
        <p:spPr>
          <a:xfrm>
            <a:off x="6894576" y="29260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— "Write me a short poem about the sea."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0256" y="390448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/>
          <p:nvPr/>
        </p:nvSpPr>
        <p:spPr>
          <a:xfrm>
            <a:off x="6894576" y="37947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— "Generate an image of a futuristic city."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620256" y="477316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/>
          <p:nvPr/>
        </p:nvSpPr>
        <p:spPr>
          <a:xfrm>
            <a:off x="6894576" y="46634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— "Draft a summary of this article."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Generative AI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888236" y="20574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9536" y="36576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model for writing, answering questions, summarizing, and brainstorming through natural dialogue.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5682996" y="20574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2631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54296" y="36576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text-to-image model that turns written descriptions into original generated images.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29016" y="16916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9477756" y="20574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/home/claude/ppt/icons/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22631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49056" y="36576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 assistant, able to work across text, images, and other content types.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Generative AI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view of the process: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1673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2098548" y="23042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pp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222" y="243596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245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51860" y="270662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0" name="Image 1" descr="/home/claude/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354" y="2776118"/>
            <a:ext cx="208483" cy="20848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8561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4567428" y="23042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2" descr="/home/claude/ppt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102" y="2435962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3133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920740" y="270662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6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234" y="2776118"/>
            <a:ext cx="208483" cy="2084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5449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8" name="Shape 12"/>
          <p:cNvSpPr/>
          <p:nvPr/>
        </p:nvSpPr>
        <p:spPr>
          <a:xfrm>
            <a:off x="7036308" y="23042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4" descr="/home/claude/ppt/icons/spark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7982" y="2435962"/>
            <a:ext cx="321869" cy="3218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0021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8389620" y="270662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22" name="Image 5" descr="/home/claude/ppt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114" y="2776118"/>
            <a:ext cx="208483" cy="208483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2337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2A93B"/>
          </a:solidFill>
          <a:ln/>
        </p:spPr>
      </p:sp>
      <p:sp>
        <p:nvSpPr>
          <p:cNvPr id="24" name="Shape 16"/>
          <p:cNvSpPr/>
          <p:nvPr/>
        </p:nvSpPr>
        <p:spPr>
          <a:xfrm>
            <a:off x="9505188" y="23042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/home/claude/ppt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6862" y="2435962"/>
            <a:ext cx="321869" cy="32186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76909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548640" y="416052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</p:spPr>
      </p:sp>
      <p:sp>
        <p:nvSpPr>
          <p:cNvPr id="28" name="Shape 19"/>
          <p:cNvSpPr/>
          <p:nvPr/>
        </p:nvSpPr>
        <p:spPr>
          <a:xfrm>
            <a:off x="868680" y="43708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7" descr="/home/claude/ppt/icons/inf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70" y="4519422"/>
            <a:ext cx="297180" cy="2971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645920" y="4160520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learn patterns from large amounts of training data, then use those learned patterns — not memorized answers — to produce new outputs.</a:t>
            </a:r>
            <a:endParaRPr lang="en-US" sz="1450" dirty="0"/>
          </a:p>
        </p:txBody>
      </p:sp>
      <p:sp>
        <p:nvSpPr>
          <p:cNvPr id="31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can produce many forms of written content: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19202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701" y="23991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63624" y="19202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Essays &amp; Articles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79976" y="19202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al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33" y="23991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8656" y="19202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65008" y="19202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93608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/icons/inf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765" y="23991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33688" y="192024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94944" y="337413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3544" y="37398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ppt/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701" y="3853053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63624" y="3374136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379976" y="337413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608576" y="37398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ppt/icons/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733" y="3853053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48656" y="3374136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8065008" y="3374136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293608" y="37398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/home/claude/ppt/icons/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765" y="3853053"/>
            <a:ext cx="276606" cy="27660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933688" y="3374136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30" name="Text 22"/>
          <p:cNvSpPr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OUTPUT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868680" y="5413248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the water cycle in two sentences for a 6th grader."  →  "Water evaporates from oceans and lakes, forms clouds, and falls back down as rain or snow. This cycle repeats endlessly, moving water around the planet."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Summarization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al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means extracting the most important information from a piece of content.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condenses long content into a shorter version while preserving the key meaning.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summaries depend on giving the AI appropriate instructions — desired length, focus, and tone.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182880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6812280" y="20116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9" name="Image 1" descr="/home/claude/pp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724" y="213512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800" y="18288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Article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974836" y="2756916"/>
            <a:ext cx="292608" cy="292608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2" name="Image 2" descr="/home/claude/ppt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40673" y="2822753"/>
            <a:ext cx="160934" cy="16093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83680" y="306324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Shape 9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5" name="Image 3" descr="/home/claude/ppt/icons/spark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724" y="3369564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43800" y="30632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974836" y="3991356"/>
            <a:ext cx="292608" cy="292608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8" name="Image 4" descr="/home/claude/ppt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040673" y="4057193"/>
            <a:ext cx="160934" cy="16093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583680" y="429768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20" name="Shape 13"/>
          <p:cNvSpPr/>
          <p:nvPr/>
        </p:nvSpPr>
        <p:spPr>
          <a:xfrm>
            <a:off x="681228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5" descr="/home/claude/ppt/icons/alig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5724" y="4604004"/>
            <a:ext cx="301752" cy="3017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43800" y="42976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Summary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Images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17442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5577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generation creates a picture from a written description.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describes what the image should show, and the model translates that description into visuals.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specific prompts generally produce more precise, intentional results.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0" y="16002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8745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YOU CAN SPECIFY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23774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710" y="24803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230428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who or what is shown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720840" y="3090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ppt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3193542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30175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the setting or backdrop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720840" y="380390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3" descr="/home/claude/ppt/icons/palet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3906774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0" y="37307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— realistic, cartoon, painterly, etc.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720840" y="45171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4" descr="/home/claude/ppt/icons/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710" y="4620006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0" y="444398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— layout and framing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720840" y="523036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5" descr="/home/claude/ppt/icons/su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710" y="5333238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0" y="51572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— mood and time of day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→ Image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process behind text-to-image generation: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5117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332988" y="23042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ppt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4662" y="243596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9689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86300" y="270662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0" name="Image 1" descr="/home/claude/ppt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794" y="2776118"/>
            <a:ext cx="208483" cy="20848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005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5801868" y="23042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2" descr="/home/claude/ppt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42" y="2435962"/>
            <a:ext cx="321869" cy="3218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6577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155180" y="2706624"/>
            <a:ext cx="347472" cy="347472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6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674" y="2776118"/>
            <a:ext cx="208483" cy="2084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88936" y="21031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2A93B"/>
          </a:solidFill>
          <a:ln/>
        </p:spPr>
      </p:sp>
      <p:sp>
        <p:nvSpPr>
          <p:cNvPr id="18" name="Shape 12"/>
          <p:cNvSpPr/>
          <p:nvPr/>
        </p:nvSpPr>
        <p:spPr>
          <a:xfrm>
            <a:off x="8270748" y="23042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ppt/icons/im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422" y="2435962"/>
            <a:ext cx="321869" cy="32186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34656" y="30175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22376" y="416052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8E9F0"/>
          </a:solidFill>
          <a:ln/>
        </p:spPr>
      </p:sp>
      <p:sp>
        <p:nvSpPr>
          <p:cNvPr id="22" name="Text 15"/>
          <p:cNvSpPr/>
          <p:nvPr/>
        </p:nvSpPr>
        <p:spPr>
          <a:xfrm>
            <a:off x="996696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cat."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96696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— the result could look like almost anything.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54496" y="416052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6528816" y="4343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fluffy orange cat napping on a sunlit windowsill, soft watercolor style."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528816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— subject, setting, mood, and style are all defined.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3212" y="1920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2585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78708" y="1920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407408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2585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0148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4204" y="1920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7232904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/home/claude/ppt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22585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5644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029700" y="1920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58400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ppt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2585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21140" y="28163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53212" y="3648456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1581912" y="3849624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home/claude/ppt/icons/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398678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4652" y="45445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78708" y="3648456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5" name="Shape 18"/>
          <p:cNvSpPr/>
          <p:nvPr/>
        </p:nvSpPr>
        <p:spPr>
          <a:xfrm>
            <a:off x="4407408" y="3849624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5" descr="/home/claude/ppt/icons/palet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398678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0148" y="45445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04204" y="3648456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9" name="Shape 21"/>
          <p:cNvSpPr/>
          <p:nvPr/>
        </p:nvSpPr>
        <p:spPr>
          <a:xfrm>
            <a:off x="7232904" y="3849624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0" name="Image 6" descr="/home/claude/ppt/icon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398678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95644" y="45445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9029700" y="3648456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33" name="Shape 24"/>
          <p:cNvSpPr/>
          <p:nvPr/>
        </p:nvSpPr>
        <p:spPr>
          <a:xfrm>
            <a:off x="10058400" y="3849624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4" name="Image 7" descr="/home/claude/ppt/icons/vide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3986784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21140" y="45445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061972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ppt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708" y="2395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content creation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79976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5747004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3957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7136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generate ideas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65008" y="19659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9432036" y="2221992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/home/claude/ppt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23957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02168" y="3017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learning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94944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2061972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ppt/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708" y="42519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with communication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79976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5747004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home/claude/ppt/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425196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17136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content tasks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65008" y="3822192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5" name="Shape 18"/>
          <p:cNvSpPr/>
          <p:nvPr/>
        </p:nvSpPr>
        <p:spPr>
          <a:xfrm>
            <a:off x="9432036" y="4078224"/>
            <a:ext cx="694944" cy="69494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5" descr="/home/claude/ppt/icons/palet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5772" y="425196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02168" y="48737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creative work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0684" y="1920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841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8196" y="16916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and inaccurate information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1636" y="169164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32804" y="1920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/home/claude/ppt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961" y="203339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0316" y="16916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99516" y="2852928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00684" y="30815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home/claude/ppt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41" y="319468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68196" y="2852928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concerns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1636" y="2852928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32804" y="3081528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3" descr="/home/claude/ppt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961" y="3194685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00316" y="2852928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content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99516" y="4014216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00684" y="4242816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4" descr="/home/claude/ppt/icons/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841" y="4355973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68196" y="401421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31636" y="4014216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32804" y="4242816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5" descr="/home/claude/ppt/icons/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5961" y="4355973"/>
            <a:ext cx="276606" cy="27660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00316" y="401421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Overdependence on AI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699516" y="5175504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00684" y="5404104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6" descr="/home/claude/ppt/icons/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841" y="5517261"/>
            <a:ext cx="276606" cy="2766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68196" y="5175504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human judgment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of Generative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Week 8 — responsible habits for generative tools: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2077060"/>
            <a:ext cx="271577" cy="2715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53896" y="2558491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53896" y="1892808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AI-generated information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679192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80" y="2790292"/>
            <a:ext cx="271577" cy="27157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53896" y="3271723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53896" y="2606040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prompts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39242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3503524"/>
            <a:ext cx="271577" cy="27157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53896" y="3984955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453896" y="3319272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information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40080" y="410565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4216756"/>
            <a:ext cx="271577" cy="27157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453896" y="4698187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453896" y="4032504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copyright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40080" y="4818888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80" y="4929988"/>
            <a:ext cx="271577" cy="271577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453896" y="5411419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453896" y="4745736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academic / institutional policies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640080" y="5532120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ppt/icons/user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80" y="5643220"/>
            <a:ext cx="271577" cy="271577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453896" y="6124651"/>
            <a:ext cx="10067544" cy="0"/>
          </a:xfrm>
          <a:prstGeom prst="line">
            <a:avLst/>
          </a:prstGeom>
          <a:noFill/>
          <a:ln w="12700">
            <a:solidFill>
              <a:srgbClr val="D6DAE8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1453896" y="5458968"/>
            <a:ext cx="10067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human oversight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AI-Generated Content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using AI output, ask: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" y="201168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303020" y="228600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612" y="24505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" y="3200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accurate?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57500" y="201168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3534156" y="228600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ppt/icons/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450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94660" y="3200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relevant?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88636" y="201168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5765292" y="228600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2" descr="/home/claude/ppt/icons/help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245059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25796" y="3200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appropriate?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19772" y="201168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96428" y="228600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3" descr="/home/claude/ppt/icons/help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245059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6932" y="3200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original / legally usable?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550908" y="2011680"/>
            <a:ext cx="2011680" cy="2148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27564" y="228600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/home/claude/ppt/icons/help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156" y="2450592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88068" y="32004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need human verification?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ppt/icons/spar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9065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3736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creates new content based on learned patterns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/home/claude/ppt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277520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0604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generate text, images, and other forms of media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ppt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6438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7472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DALL·E, and Gemini demonstrate generative AI applications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3" descr="/home/claude/ppt/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451256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08760" y="43434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provides significant benefits but also introduces risks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4" descr="/home/claude/ppt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538124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521208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and responsible use remain important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Output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select one AI-generated text or image and submit a short analysis.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8580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INCLUDES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7919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77794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5877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Tool Used — identify the generative AI tool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3192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/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" y="34180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2278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Prompt — the prompt used to generate the content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14400" y="39593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/icons/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4058107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6791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Generated Output — the generated text or image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4400" y="459943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4698187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5079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Analysis — what was generated, whether it met its purpose, one strength and one limitation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14400" y="52395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ppt/icons/thumbs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5338267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51480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Human Evaluation — use as-is, revise, or reject, and why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635240" y="1965960"/>
            <a:ext cx="3977640" cy="39776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3" name="Shape 16"/>
          <p:cNvSpPr/>
          <p:nvPr/>
        </p:nvSpPr>
        <p:spPr>
          <a:xfrm>
            <a:off x="9166860" y="242316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4" name="Image 5" descr="/home/claude/ppt/icons/uplo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0" y="26517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909560" y="35204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8001000" y="393192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submitted online through the designated Google Drive.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w/ Prompt Engineering  |  Week 9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2026-09-15T02:49:35Z</dcterms:created>
  <dcterms:modified xsi:type="dcterms:W3CDTF">2026-09-15T02:49:35Z</dcterms:modified>
</cp:coreProperties>
</file>