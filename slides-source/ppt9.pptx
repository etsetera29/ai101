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lesson as being about working WITH AI, not simply using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about how humans should work with AI, not about a specific AI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 discussion before giving the definition. Contrast: Human → AI versus Human → AI → Final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becomes one of the central concepts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generates possibilities; humans evaluate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several students to explain why they would accept or reject an AI suggestion.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student encounters an error in a Python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Stays within Week 10 focus on limitations and oversight; the detailed treatment belongs to Week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think individually first, then pair, then share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learning output: checks understanding of the central concept, not memorized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with AI Tools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with Prompt Engineering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| AI 101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 +  AI  = 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it means to collaborate with AI.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AI can support brainstorming, programming, and writing.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situations where human judgment is necessary.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AI-generated outputs should be reviewed.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using AI as an assistant and depending on AI.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 a Tool or a Replacement?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can do part of your work, should you let it do everything?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AI do for an IT student?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student still do?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for the final result?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Collaboration?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97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an AI tool to help accomplish a task, while the human remains responsible for understanding, evaluating, and deciding how the output is used.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5176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identifies the task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9057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37460" y="265176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37460" y="265176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assistance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65176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evaluates the response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965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06540" y="265176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06540" y="265176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makes the final decision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process. It does not replace human responsibility.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vs. Dependence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Collaboration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Dependence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provides suggestions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provides the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evaluates the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accepts the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understands the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may not understand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makes the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effectively makes the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supports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 replace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helps you become a better IT professional? Why?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Brainstorming Partner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ideas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solutions and alternative approaches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 where to start"  →  "Here are several possibilities."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83464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90572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37460" y="283464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37460" y="283464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25112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83464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Ideas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9652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06540" y="2834640"/>
            <a:ext cx="180594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6540" y="2834640"/>
            <a:ext cx="18059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Selection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ideas does not mean accepting every idea.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Planning an IT Project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asked to propose an IT system for students. AI might suggest: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 tracker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navigation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consultation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1554480"/>
            <a:ext cx="8138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54480"/>
            <a:ext cx="813816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554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choosing, ask: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1031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idea realistic?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solve an actual problem?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students build 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resources are needed?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student simply choose the first suggestion?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gives you 20 project ideas, should you choose the first one?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9184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0" y="29260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70332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91840" y="370332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9184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43600" y="370332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Programming Assistant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programming concepts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existing or unfamiliar code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possible errors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solutions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examples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documentation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6118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68752" y="36118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15640" y="36118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15640" y="36118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81472" y="36118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28360" y="36118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28360" y="36118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assist a programmer, but the programmer must still understand the program.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Programming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883664" y="11887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130552" y="118872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30552" y="118872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11296" y="11887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58184" y="118872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58184" y="118872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Reviews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38928" y="11887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85816" y="118872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85816" y="118872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Tests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11887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13448" y="118872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013448" y="118872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Code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2286000"/>
            <a:ext cx="39547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2286000"/>
            <a:ext cx="395478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22860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explain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2834640"/>
            <a:ext cx="3680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error means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problem might be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solution works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686300" y="2286000"/>
            <a:ext cx="39547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86300" y="2286000"/>
            <a:ext cx="395478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77740" y="22860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should still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823460" y="2834640"/>
            <a:ext cx="3680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explanation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solution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satisfies the requirements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Your Own Code?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547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395478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6804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"AI, write my entire program."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code but cannot explain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6300" y="1097280"/>
            <a:ext cx="39547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097280"/>
            <a:ext cx="395478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7740" y="10972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23460" y="1645920"/>
            <a:ext cx="36804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why my program produces this error and give me hints for fixing it."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the explanation, fixes the problem, and understands the solution.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is developing programming skills? Using AI to learn ≠ using AI to avoid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Writing Assistant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ideas and creating an outline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grammar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clearer wording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information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feedback and improving readability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9547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395478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identify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6804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be improved?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39547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188720"/>
            <a:ext cx="395478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77740" y="118872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decides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23460" y="1737360"/>
            <a:ext cx="36804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actually want to say?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improve communication, but do not surrender your own ideas and understanding.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Think Better, Not Less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my answer."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"Help me organize my ideas."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 my programming assignment."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"Explain why my code is not working."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my entire report."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"Give me feedback on the structure of my report."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"How can AI do this for me?" but "How can AI help me do this better?"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Humans Still Do?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4813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481328" cy="54864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801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Think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67128" y="1280160"/>
            <a:ext cx="14813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280160"/>
            <a:ext cx="1481328" cy="5486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67128" y="12801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Ask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196596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useful instructions.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31336" y="1280160"/>
            <a:ext cx="14813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1336" y="1280160"/>
            <a:ext cx="1481328" cy="54864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31336" y="12801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22776" y="196596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response.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95544" y="1280160"/>
            <a:ext cx="14813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95544" y="1280160"/>
            <a:ext cx="1481328" cy="5486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95544" y="12801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Decide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86984" y="196596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should be used.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59752" y="1280160"/>
            <a:ext cx="14813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9752" y="1280160"/>
            <a:ext cx="1481328" cy="54864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59752" y="12801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Own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1965960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responsibility for the final result.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Thinking + AI Assistance =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Human Oversight Matter?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8872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misunderstand a request.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provide an unsuitable solution.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may not match the task requirements.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may not work as expected.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information may require verification.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383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gives you an answer, how do you know it is the right answer?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is a starting point for evaluation, not automatically the final answer.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Pair → Share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one task where AI could help an IT student?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one responsibility that should remain with the student?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can: generate ideas · explain code · improve writing · explain concepts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should: verify · understand · decide · take responsibility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Remember?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547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395478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us…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6804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Brainstorm: generate possibilities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explain code, suggest solutions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improve organization and communication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6300" y="1097280"/>
            <a:ext cx="39547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097280"/>
            <a:ext cx="395478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7740" y="10972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humans must…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23460" y="1645920"/>
            <a:ext cx="36804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AI produced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if it is appropriate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responsibility for the result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be your collaborator, not your replacement.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 situation where an IT student could use AI as a collaborator. Explain what AI could do, what the student should do, and why human judgment is still necessary.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5603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AI contribute?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student contribute?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happen if the student blindly accepts the AI output?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human judgment important?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Collaborating with AI Tools</dc:title>
  <dc:subject>PptxGenJS Presentation</dc:subject>
  <dc:creator>PptxGenJS</dc:creator>
  <cp:lastModifiedBy>PptxGenJS</cp:lastModifiedBy>
  <cp:revision>1</cp:revision>
  <dcterms:created xsi:type="dcterms:W3CDTF">2026-10-06T04:25:17Z</dcterms:created>
  <dcterms:modified xsi:type="dcterms:W3CDTF">2026-10-06T04:25:17Z</dcterms:modified>
</cp:coreProperties>
</file>